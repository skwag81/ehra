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1" autoAdjust="0"/>
    <p:restoredTop sz="94660"/>
  </p:normalViewPr>
  <p:slideViewPr>
    <p:cSldViewPr snapToGrid="0">
      <p:cViewPr>
        <p:scale>
          <a:sx n="66" d="100"/>
          <a:sy n="66" d="100"/>
        </p:scale>
        <p:origin x="1162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71825-30BA-4EC9-A221-A845D50AC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FEFD35-0B16-44CC-97A5-9315469C1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703C7D-4CA6-4815-B70C-4F94BD8DC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5AFCEF-FF4C-41C8-9794-B81C6AE8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03ED13-49A9-4AE8-93B0-AB4C028E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95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E4A95-514C-461E-AED7-DE582138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46A198-C3C5-457B-A8AF-090F1BE2F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0EB858-F759-4988-8232-089BB8AB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9CA41-160B-4B49-9577-3914A46D1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7BD597-58FA-47F7-9979-88939E41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575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CAC45-0E58-41A8-93ED-E37C7462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9DEA7C-7231-4316-949D-2634F5DC4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28B42-18B5-4ACA-94E9-9BE675B5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E4F975-50CD-4E56-BE25-66C78288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9FC988-E2C2-4143-BD17-8B0B315D6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24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44B377-629D-4DBF-800A-B993ED6D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CF785F-27C7-434A-B783-65A4A9835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AAF9F2-2366-4C7A-80D0-A0939C347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F1DBF0-FEEB-4241-B022-C050240B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81BAF9-8A93-41F6-8ABE-D80FDC52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C63D2C-BDE8-4A2F-826C-71B102AA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007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5B10A-F95E-4690-B8DC-591E69C1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69E66F-1187-4382-99E5-268BB6B55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04415A-E484-42F9-B7DE-093A4F71B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E2E11C-8545-49D3-9A22-93F7909F5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53A3A8-08B0-48C4-A78D-1386A24250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BEA40B-F75E-4133-A45C-74D8AB7D9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0CDA41-6804-4FD9-8CC1-E370CF09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547F05-ACB1-4C97-BEB0-E748403A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404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E2B54-4F2C-405A-A353-E1B5E22A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488C75-1B0C-4DB7-ACE5-412051DA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6215D7-D182-4118-88DE-F5FA5DE4A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109EB-4905-4203-800C-6FB382F1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29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260B5F-3457-40E8-82D0-06EF6401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FEC279-1265-4B09-90EC-F91B9330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E40687-40AD-43C0-AF79-ABA14DD4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68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90B02-F515-4E19-819B-FA28B4BEB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71CDBF-A848-49BB-9755-D93E7C07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E7635A-1310-41FD-8E08-60C523940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C86F9A-4665-4AB4-8973-FF8747929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D28AC6-C2EB-4623-96A3-CF5B0909C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1394FE-E143-44C5-A58D-6B5D4542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058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71F5F-7059-48B7-B9A5-785FF5C2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F027AF-1072-4DDE-968A-B3D6E2DB3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BF3AB0-5ED3-4998-A13A-F7E5CCD0E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B55282-6ACD-4556-A249-8B19B349A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19D7E-44EC-4764-899C-CB2B7F28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89F990-7154-4632-BFE2-3D2B1BA4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171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04323-AF1E-4BB7-A28E-5EDE0A74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090F2A-7DA1-4FB4-B2DC-7FFCE682E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E444B3-99B7-4CBF-99F6-726FE5DC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03402-55D6-4CBB-AA70-D7F3E787C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83FB6-78E0-4F2C-8EF8-88591496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993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36B311-1443-4948-A0AA-058AF91BC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83F634-0E42-4001-AE68-E4DA898BD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A75BA0-229E-4A6E-B6C9-A2E8F50A8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90675-D6CF-4867-90F8-556B5BEA6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57C774-CEF5-488B-973F-7AE436C86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986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0F238BD-2F21-4C50-876A-9B9643F8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C904A2-44F5-4B4E-8C3B-E38525F22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5D3FD-1494-453A-8FDA-B38D9634C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7B42E-1EC0-46C2-8557-B26B17FD79B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40AEC-C0AF-4467-9BCA-BD19F38C7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2FDEEA-36F1-4D7A-AB50-B629D22AA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F21BA-B62B-42E8-9143-7F969C6B7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6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2BA1696-BC95-4925-9223-3C5272590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014"/>
            <a:ext cx="12192000" cy="645197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F167507-FE70-4B44-96B7-287B9CD05F8C}"/>
              </a:ext>
            </a:extLst>
          </p:cNvPr>
          <p:cNvSpPr/>
          <p:nvPr/>
        </p:nvSpPr>
        <p:spPr>
          <a:xfrm>
            <a:off x="0" y="1828800"/>
            <a:ext cx="2715208" cy="1679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0AB13-3494-43CB-AD4C-C9FF1C44B694}"/>
              </a:ext>
            </a:extLst>
          </p:cNvPr>
          <p:cNvSpPr txBox="1"/>
          <p:nvPr/>
        </p:nvSpPr>
        <p:spPr>
          <a:xfrm>
            <a:off x="2715207" y="1747520"/>
            <a:ext cx="40588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Click </a:t>
            </a:r>
          </a:p>
          <a:p>
            <a:r>
              <a:rPr lang="en-US" altLang="ko-KR">
                <a:solidFill>
                  <a:srgbClr val="FF0000"/>
                </a:solidFill>
              </a:rPr>
              <a:t>or</a:t>
            </a:r>
          </a:p>
          <a:p>
            <a:r>
              <a:rPr lang="en-US" altLang="ko-KR">
                <a:solidFill>
                  <a:srgbClr val="FF0000"/>
                </a:solidFill>
              </a:rPr>
              <a:t>Execute MATLAB App Designer</a:t>
            </a:r>
          </a:p>
        </p:txBody>
      </p:sp>
    </p:spTree>
    <p:extLst>
      <p:ext uri="{BB962C8B-B14F-4D97-AF65-F5344CB8AC3E}">
        <p14:creationId xmlns:p14="http://schemas.microsoft.com/office/powerpoint/2010/main" val="4044074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B9CAB57-D67C-4490-AFFB-9CD242E16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945"/>
            <a:ext cx="12192000" cy="649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6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A7F9C2-1462-4BB4-B9EB-BB429BBC6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945"/>
            <a:ext cx="12192000" cy="649011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4DF1C46-CCFE-4A6A-A734-0AC91AFD5BE6}"/>
              </a:ext>
            </a:extLst>
          </p:cNvPr>
          <p:cNvSpPr/>
          <p:nvPr/>
        </p:nvSpPr>
        <p:spPr>
          <a:xfrm>
            <a:off x="8961120" y="1564641"/>
            <a:ext cx="670560" cy="162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0F6C30-D013-4075-97A7-3371B1062AB4}"/>
              </a:ext>
            </a:extLst>
          </p:cNvPr>
          <p:cNvSpPr txBox="1"/>
          <p:nvPr/>
        </p:nvSpPr>
        <p:spPr>
          <a:xfrm>
            <a:off x="8909979" y="918310"/>
            <a:ext cx="3282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Click, and Confirm and Check Source Codes</a:t>
            </a:r>
          </a:p>
        </p:txBody>
      </p:sp>
    </p:spTree>
    <p:extLst>
      <p:ext uri="{BB962C8B-B14F-4D97-AF65-F5344CB8AC3E}">
        <p14:creationId xmlns:p14="http://schemas.microsoft.com/office/powerpoint/2010/main" val="1070827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D04510A-EE7B-4B6A-B8E3-D0D988E09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58"/>
            <a:ext cx="12192000" cy="646468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F9241C0-DB42-4EBD-9230-A53566AB9AFB}"/>
              </a:ext>
            </a:extLst>
          </p:cNvPr>
          <p:cNvSpPr/>
          <p:nvPr/>
        </p:nvSpPr>
        <p:spPr>
          <a:xfrm>
            <a:off x="8961120" y="1564641"/>
            <a:ext cx="670560" cy="162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785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D04510A-EE7B-4B6A-B8E3-D0D988E09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58"/>
            <a:ext cx="12192000" cy="646468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F9241C0-DB42-4EBD-9230-A53566AB9AFB}"/>
              </a:ext>
            </a:extLst>
          </p:cNvPr>
          <p:cNvSpPr/>
          <p:nvPr/>
        </p:nvSpPr>
        <p:spPr>
          <a:xfrm>
            <a:off x="5060924" y="622248"/>
            <a:ext cx="518782" cy="6933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13E4F-01C6-4F05-A203-47BE07640D79}"/>
              </a:ext>
            </a:extLst>
          </p:cNvPr>
          <p:cNvSpPr txBox="1"/>
          <p:nvPr/>
        </p:nvSpPr>
        <p:spPr>
          <a:xfrm>
            <a:off x="4958288" y="1315615"/>
            <a:ext cx="85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4061313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09E2D024-4D29-4565-9C5A-4D4891ADF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80"/>
            <a:ext cx="12192000" cy="647104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E7A8D0F-6B8B-4F93-A2E5-0501BF9AAC3A}"/>
              </a:ext>
            </a:extLst>
          </p:cNvPr>
          <p:cNvCxnSpPr>
            <a:cxnSpLocks/>
          </p:cNvCxnSpPr>
          <p:nvPr/>
        </p:nvCxnSpPr>
        <p:spPr>
          <a:xfrm flipH="1">
            <a:off x="1455576" y="3275045"/>
            <a:ext cx="2090058" cy="233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1511A7-813B-4E06-87DB-7FE24D154406}"/>
              </a:ext>
            </a:extLst>
          </p:cNvPr>
          <p:cNvSpPr/>
          <p:nvPr/>
        </p:nvSpPr>
        <p:spPr>
          <a:xfrm>
            <a:off x="9915026" y="5155660"/>
            <a:ext cx="1505246" cy="2529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AABA96-9A7A-4B89-AD1B-FFFBC0F80A33}"/>
              </a:ext>
            </a:extLst>
          </p:cNvPr>
          <p:cNvSpPr txBox="1"/>
          <p:nvPr/>
        </p:nvSpPr>
        <p:spPr>
          <a:xfrm>
            <a:off x="1366003" y="3456993"/>
            <a:ext cx="85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BE5844-6654-4C54-A8F7-2761CA4D551C}"/>
              </a:ext>
            </a:extLst>
          </p:cNvPr>
          <p:cNvSpPr txBox="1"/>
          <p:nvPr/>
        </p:nvSpPr>
        <p:spPr>
          <a:xfrm>
            <a:off x="9580922" y="4716386"/>
            <a:ext cx="2398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Change all file types</a:t>
            </a:r>
          </a:p>
        </p:txBody>
      </p:sp>
    </p:spTree>
    <p:extLst>
      <p:ext uri="{BB962C8B-B14F-4D97-AF65-F5344CB8AC3E}">
        <p14:creationId xmlns:p14="http://schemas.microsoft.com/office/powerpoint/2010/main" val="597222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268053C-086B-413E-8288-16BDFED24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58"/>
            <a:ext cx="12192000" cy="6464684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E7A8D0F-6B8B-4F93-A2E5-0501BF9AAC3A}"/>
              </a:ext>
            </a:extLst>
          </p:cNvPr>
          <p:cNvCxnSpPr>
            <a:cxnSpLocks/>
          </p:cNvCxnSpPr>
          <p:nvPr/>
        </p:nvCxnSpPr>
        <p:spPr>
          <a:xfrm flipH="1">
            <a:off x="1494486" y="3307404"/>
            <a:ext cx="2056110" cy="31872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1511A7-813B-4E06-87DB-7FE24D154406}"/>
              </a:ext>
            </a:extLst>
          </p:cNvPr>
          <p:cNvSpPr/>
          <p:nvPr/>
        </p:nvSpPr>
        <p:spPr>
          <a:xfrm>
            <a:off x="9915026" y="5155660"/>
            <a:ext cx="1505246" cy="2529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842E7-DFA2-4C8C-BF10-8FFF624EF41B}"/>
              </a:ext>
            </a:extLst>
          </p:cNvPr>
          <p:cNvSpPr txBox="1"/>
          <p:nvPr/>
        </p:nvSpPr>
        <p:spPr>
          <a:xfrm>
            <a:off x="881441" y="6069058"/>
            <a:ext cx="85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091894-8541-4741-9CDC-23A9E062AC53}"/>
              </a:ext>
            </a:extLst>
          </p:cNvPr>
          <p:cNvSpPr txBox="1"/>
          <p:nvPr/>
        </p:nvSpPr>
        <p:spPr>
          <a:xfrm>
            <a:off x="9580922" y="4716386"/>
            <a:ext cx="2398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Change all file types</a:t>
            </a:r>
          </a:p>
        </p:txBody>
      </p:sp>
    </p:spTree>
    <p:extLst>
      <p:ext uri="{BB962C8B-B14F-4D97-AF65-F5344CB8AC3E}">
        <p14:creationId xmlns:p14="http://schemas.microsoft.com/office/powerpoint/2010/main" val="686915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26ADA33-8C54-4D41-BF28-979F077A1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836"/>
            <a:ext cx="12192000" cy="645832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CDEB9FC-FBBF-44D6-AF34-59FF1C05B2C4}"/>
              </a:ext>
            </a:extLst>
          </p:cNvPr>
          <p:cNvSpPr/>
          <p:nvPr/>
        </p:nvSpPr>
        <p:spPr>
          <a:xfrm>
            <a:off x="8356814" y="5155660"/>
            <a:ext cx="1505246" cy="2529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90F4BD3-48AB-4A7A-BA1B-C2A5C0E9F820}"/>
              </a:ext>
            </a:extLst>
          </p:cNvPr>
          <p:cNvCxnSpPr>
            <a:cxnSpLocks/>
          </p:cNvCxnSpPr>
          <p:nvPr/>
        </p:nvCxnSpPr>
        <p:spPr>
          <a:xfrm flipH="1">
            <a:off x="9248224" y="4338735"/>
            <a:ext cx="1295368" cy="8169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7C44564-8F71-4B96-BD16-A43F57A0359B}"/>
              </a:ext>
            </a:extLst>
          </p:cNvPr>
          <p:cNvSpPr txBox="1"/>
          <p:nvPr/>
        </p:nvSpPr>
        <p:spPr>
          <a:xfrm>
            <a:off x="6710561" y="4747197"/>
            <a:ext cx="2398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Change all file types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3867F-61D4-4D9A-9F9A-4842E0AFC641}"/>
              </a:ext>
            </a:extLst>
          </p:cNvPr>
          <p:cNvSpPr txBox="1"/>
          <p:nvPr/>
        </p:nvSpPr>
        <p:spPr>
          <a:xfrm>
            <a:off x="11043146" y="3806829"/>
            <a:ext cx="85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35862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C8832A3-6372-4C71-8F01-DC251F09A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836"/>
            <a:ext cx="12192000" cy="645832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0F0DA7E-5026-4A8C-A84A-C81669A8BA61}"/>
              </a:ext>
            </a:extLst>
          </p:cNvPr>
          <p:cNvSpPr/>
          <p:nvPr/>
        </p:nvSpPr>
        <p:spPr>
          <a:xfrm>
            <a:off x="9988844" y="4421529"/>
            <a:ext cx="2203155" cy="2236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D7D7D-76B5-44A5-8CAC-652B52C42634}"/>
              </a:ext>
            </a:extLst>
          </p:cNvPr>
          <p:cNvSpPr txBox="1"/>
          <p:nvPr/>
        </p:nvSpPr>
        <p:spPr>
          <a:xfrm>
            <a:off x="8808335" y="4052197"/>
            <a:ext cx="373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Manual Input and Click Solver</a:t>
            </a:r>
          </a:p>
        </p:txBody>
      </p:sp>
    </p:spTree>
    <p:extLst>
      <p:ext uri="{BB962C8B-B14F-4D97-AF65-F5344CB8AC3E}">
        <p14:creationId xmlns:p14="http://schemas.microsoft.com/office/powerpoint/2010/main" val="1164636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1D6D75F-8AF6-42BF-A156-E9662FF01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80"/>
            <a:ext cx="12192000" cy="6471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ABBEEA-A7BE-47D0-A87A-C1FF5F74382D}"/>
              </a:ext>
            </a:extLst>
          </p:cNvPr>
          <p:cNvSpPr txBox="1"/>
          <p:nvPr/>
        </p:nvSpPr>
        <p:spPr>
          <a:xfrm>
            <a:off x="4209327" y="322651"/>
            <a:ext cx="1886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Check Results </a:t>
            </a:r>
          </a:p>
        </p:txBody>
      </p:sp>
    </p:spTree>
    <p:extLst>
      <p:ext uri="{BB962C8B-B14F-4D97-AF65-F5344CB8AC3E}">
        <p14:creationId xmlns:p14="http://schemas.microsoft.com/office/powerpoint/2010/main" val="2579935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37</Words>
  <Application>Microsoft Office PowerPoint</Application>
  <PresentationFormat>와이드스크린</PresentationFormat>
  <Paragraphs>13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7</cp:revision>
  <dcterms:created xsi:type="dcterms:W3CDTF">2025-12-16T14:01:39Z</dcterms:created>
  <dcterms:modified xsi:type="dcterms:W3CDTF">2025-12-16T14:34:36Z</dcterms:modified>
</cp:coreProperties>
</file>